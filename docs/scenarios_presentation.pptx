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146847177" r:id="rId6"/>
    <p:sldId id="2146847179" r:id="rId7"/>
    <p:sldId id="257" r:id="rId8"/>
    <p:sldId id="258" r:id="rId9"/>
    <p:sldId id="259" r:id="rId10"/>
    <p:sldId id="260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C7C8BC-6781-4920-99B1-819E5EF8194F}" v="1" dt="2026-04-30T07:57:07.4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IEU Valentin" userId="95f181df-3538-4069-9d7b-803bc6196cc4" providerId="ADAL" clId="{6A61B7B9-EF56-4D2E-A0C7-AB5FA1C955C8}"/>
    <pc:docChg chg="custSel addSld modSld">
      <pc:chgData name="MATHIEU Valentin" userId="95f181df-3538-4069-9d7b-803bc6196cc4" providerId="ADAL" clId="{6A61B7B9-EF56-4D2E-A0C7-AB5FA1C955C8}" dt="2026-04-30T08:37:07.158" v="44" actId="478"/>
      <pc:docMkLst>
        <pc:docMk/>
      </pc:docMkLst>
      <pc:sldChg chg="modSp mod">
        <pc:chgData name="MATHIEU Valentin" userId="95f181df-3538-4069-9d7b-803bc6196cc4" providerId="ADAL" clId="{6A61B7B9-EF56-4D2E-A0C7-AB5FA1C955C8}" dt="2026-04-30T07:58:04.712" v="40" actId="207"/>
        <pc:sldMkLst>
          <pc:docMk/>
          <pc:sldMk cId="0" sldId="256"/>
        </pc:sldMkLst>
        <pc:spChg chg="mod">
          <ac:chgData name="MATHIEU Valentin" userId="95f181df-3538-4069-9d7b-803bc6196cc4" providerId="ADAL" clId="{6A61B7B9-EF56-4D2E-A0C7-AB5FA1C955C8}" dt="2026-04-30T07:58:04.712" v="40" actId="207"/>
          <ac:spMkLst>
            <pc:docMk/>
            <pc:sldMk cId="0" sldId="256"/>
            <ac:spMk id="2" creationId="{00000000-0000-0000-0000-000000000000}"/>
          </ac:spMkLst>
        </pc:spChg>
      </pc:sldChg>
      <pc:sldChg chg="delSp modSp mod">
        <pc:chgData name="MATHIEU Valentin" userId="95f181df-3538-4069-9d7b-803bc6196cc4" providerId="ADAL" clId="{6A61B7B9-EF56-4D2E-A0C7-AB5FA1C955C8}" dt="2026-04-30T07:57:59.166" v="39" actId="207"/>
        <pc:sldMkLst>
          <pc:docMk/>
          <pc:sldMk cId="0" sldId="257"/>
        </pc:sldMkLst>
        <pc:spChg chg="mod">
          <ac:chgData name="MATHIEU Valentin" userId="95f181df-3538-4069-9d7b-803bc6196cc4" providerId="ADAL" clId="{6A61B7B9-EF56-4D2E-A0C7-AB5FA1C955C8}" dt="2026-04-30T07:57:59.166" v="39" actId="20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MATHIEU Valentin" userId="95f181df-3538-4069-9d7b-803bc6196cc4" providerId="ADAL" clId="{6A61B7B9-EF56-4D2E-A0C7-AB5FA1C955C8}" dt="2026-04-30T07:49:21.496" v="16" actId="478"/>
          <ac:spMkLst>
            <pc:docMk/>
            <pc:sldMk cId="0" sldId="257"/>
            <ac:spMk id="4" creationId="{00000000-0000-0000-0000-000000000000}"/>
          </ac:spMkLst>
        </pc:spChg>
        <pc:graphicFrameChg chg="mod modGraphic">
          <ac:chgData name="MATHIEU Valentin" userId="95f181df-3538-4069-9d7b-803bc6196cc4" providerId="ADAL" clId="{6A61B7B9-EF56-4D2E-A0C7-AB5FA1C955C8}" dt="2026-04-30T07:57:54.019" v="38" actId="12385"/>
          <ac:graphicFrameMkLst>
            <pc:docMk/>
            <pc:sldMk cId="0" sldId="257"/>
            <ac:graphicFrameMk id="3" creationId="{00000000-0000-0000-0000-000000000000}"/>
          </ac:graphicFrameMkLst>
        </pc:graphicFrameChg>
      </pc:sldChg>
      <pc:sldChg chg="modSp mod">
        <pc:chgData name="MATHIEU Valentin" userId="95f181df-3538-4069-9d7b-803bc6196cc4" providerId="ADAL" clId="{6A61B7B9-EF56-4D2E-A0C7-AB5FA1C955C8}" dt="2026-04-30T07:58:09.545" v="41" actId="207"/>
        <pc:sldMkLst>
          <pc:docMk/>
          <pc:sldMk cId="0" sldId="258"/>
        </pc:sldMkLst>
        <pc:spChg chg="mod">
          <ac:chgData name="MATHIEU Valentin" userId="95f181df-3538-4069-9d7b-803bc6196cc4" providerId="ADAL" clId="{6A61B7B9-EF56-4D2E-A0C7-AB5FA1C955C8}" dt="2026-04-30T07:58:09.545" v="41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4:14.900" v="36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39.307" v="29" actId="6549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MATHIEU Valentin" userId="95f181df-3538-4069-9d7b-803bc6196cc4" providerId="ADAL" clId="{6A61B7B9-EF56-4D2E-A0C7-AB5FA1C955C8}" dt="2026-04-30T07:58:14.816" v="42" actId="207"/>
        <pc:sldMkLst>
          <pc:docMk/>
          <pc:sldMk cId="0" sldId="259"/>
        </pc:sldMkLst>
        <pc:spChg chg="mod">
          <ac:chgData name="MATHIEU Valentin" userId="95f181df-3538-4069-9d7b-803bc6196cc4" providerId="ADAL" clId="{6A61B7B9-EF56-4D2E-A0C7-AB5FA1C955C8}" dt="2026-04-30T07:58:14.816" v="42" actId="20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05.937" v="21" actId="20577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25.199" v="25" actId="6549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MATHIEU Valentin" userId="95f181df-3538-4069-9d7b-803bc6196cc4" providerId="ADAL" clId="{6A61B7B9-EF56-4D2E-A0C7-AB5FA1C955C8}" dt="2026-04-30T07:58:17.895" v="43" actId="207"/>
        <pc:sldMkLst>
          <pc:docMk/>
          <pc:sldMk cId="0" sldId="260"/>
        </pc:sldMkLst>
        <pc:spChg chg="mod">
          <ac:chgData name="MATHIEU Valentin" userId="95f181df-3538-4069-9d7b-803bc6196cc4" providerId="ADAL" clId="{6A61B7B9-EF56-4D2E-A0C7-AB5FA1C955C8}" dt="2026-04-30T07:58:17.895" v="43" actId="20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45.189" v="33" actId="6549"/>
          <ac:spMkLst>
            <pc:docMk/>
            <pc:sldMk cId="0" sldId="260"/>
            <ac:spMk id="6" creationId="{00000000-0000-0000-0000-000000000000}"/>
          </ac:spMkLst>
        </pc:spChg>
      </pc:sldChg>
      <pc:sldChg chg="delSp add mod">
        <pc:chgData name="MATHIEU Valentin" userId="95f181df-3538-4069-9d7b-803bc6196cc4" providerId="ADAL" clId="{6A61B7B9-EF56-4D2E-A0C7-AB5FA1C955C8}" dt="2026-04-30T08:37:07.158" v="44" actId="478"/>
        <pc:sldMkLst>
          <pc:docMk/>
          <pc:sldMk cId="3603290531" sldId="2146847177"/>
        </pc:sldMkLst>
        <pc:spChg chg="del">
          <ac:chgData name="MATHIEU Valentin" userId="95f181df-3538-4069-9d7b-803bc6196cc4" providerId="ADAL" clId="{6A61B7B9-EF56-4D2E-A0C7-AB5FA1C955C8}" dt="2026-04-30T08:37:07.158" v="44" actId="478"/>
          <ac:spMkLst>
            <pc:docMk/>
            <pc:sldMk cId="3603290531" sldId="2146847177"/>
            <ac:spMk id="5" creationId="{FA619680-6F36-4DCD-8890-EDBBE163D9B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21594" y="2377440"/>
            <a:ext cx="771833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3A5F"/>
                </a:solidFill>
              </a:defRPr>
            </a:pPr>
            <a:r>
              <a:rPr lang="en-GB" dirty="0"/>
              <a:t>tx-full — Scenario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555555"/>
                </a:solidFill>
              </a:defRPr>
            </a:pPr>
            <a:r>
              <a:t>IEEE 39 + HVDC + IEEE 14 — S1 baseline · S2 high RES, low demand · S3 low RES, high demand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1F44E-DCF6-0DC7-1D26-6292B68FD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1EB61A-9733-4D9A-AD29-45CB76859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799" b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Task 3.2</a:t>
            </a:r>
            <a:r>
              <a:rPr lang="en-GB" sz="2799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 coordination – Common Test Case</a:t>
            </a:r>
            <a:endParaRPr lang="en-GB" noProof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D0947B39-D6F5-288C-0B2A-0C31ABD33B1A}"/>
              </a:ext>
            </a:extLst>
          </p:cNvPr>
          <p:cNvGrpSpPr/>
          <p:nvPr/>
        </p:nvGrpSpPr>
        <p:grpSpPr>
          <a:xfrm>
            <a:off x="4711436" y="2514381"/>
            <a:ext cx="2011802" cy="417491"/>
            <a:chOff x="4712664" y="2514143"/>
            <a:chExt cx="2012326" cy="417600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22632F77-0890-8BC8-FF60-72FFF7463A3E}"/>
                </a:ext>
              </a:extLst>
            </p:cNvPr>
            <p:cNvGrpSpPr/>
            <p:nvPr/>
          </p:nvGrpSpPr>
          <p:grpSpPr>
            <a:xfrm>
              <a:off x="5323851" y="2514143"/>
              <a:ext cx="769768" cy="417600"/>
              <a:chOff x="2495348" y="3787816"/>
              <a:chExt cx="769768" cy="417600"/>
            </a:xfrm>
          </p:grpSpPr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76F0416F-8018-CB45-F834-FC3DC5E839ED}"/>
                  </a:ext>
                </a:extLst>
              </p:cNvPr>
              <p:cNvSpPr/>
              <p:nvPr/>
            </p:nvSpPr>
            <p:spPr>
              <a:xfrm>
                <a:off x="2668376" y="378781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F941EDCB-F5EA-A692-0315-6314E0E0253F}"/>
                  </a:ext>
                </a:extLst>
              </p:cNvPr>
              <p:cNvSpPr txBox="1"/>
              <p:nvPr/>
            </p:nvSpPr>
            <p:spPr>
              <a:xfrm>
                <a:off x="2495348" y="3811950"/>
                <a:ext cx="769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#4</a:t>
                </a:r>
              </a:p>
            </p:txBody>
          </p:sp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79693BD1-075E-7CF9-A085-2FCB8FD172AD}"/>
                </a:ext>
              </a:extLst>
            </p:cNvPr>
            <p:cNvGrpSpPr/>
            <p:nvPr/>
          </p:nvGrpSpPr>
          <p:grpSpPr>
            <a:xfrm>
              <a:off x="5935038" y="2514143"/>
              <a:ext cx="789952" cy="417600"/>
              <a:chOff x="2691000" y="4351696"/>
              <a:chExt cx="789952" cy="417600"/>
            </a:xfrm>
          </p:grpSpPr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F2B3D250-824B-8A36-FC70-B44255E4991B}"/>
                  </a:ext>
                </a:extLst>
              </p:cNvPr>
              <p:cNvSpPr/>
              <p:nvPr/>
            </p:nvSpPr>
            <p:spPr>
              <a:xfrm>
                <a:off x="2869544" y="435169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FE2372C-DF3D-7151-F7E0-A748D13A4AC0}"/>
                  </a:ext>
                </a:extLst>
              </p:cNvPr>
              <p:cNvSpPr txBox="1"/>
              <p:nvPr/>
            </p:nvSpPr>
            <p:spPr>
              <a:xfrm>
                <a:off x="2691000" y="4369632"/>
                <a:ext cx="789952" cy="379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#10</a:t>
                </a:r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429EEBF4-DBF1-D6A8-7008-08CC646BB338}"/>
                </a:ext>
              </a:extLst>
            </p:cNvPr>
            <p:cNvGrpSpPr/>
            <p:nvPr/>
          </p:nvGrpSpPr>
          <p:grpSpPr>
            <a:xfrm>
              <a:off x="4712664" y="2514143"/>
              <a:ext cx="769768" cy="417600"/>
              <a:chOff x="3045356" y="4915576"/>
              <a:chExt cx="769768" cy="417600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7B63C295-05B5-0953-167C-46C48C964C0F}"/>
                  </a:ext>
                </a:extLst>
              </p:cNvPr>
              <p:cNvSpPr/>
              <p:nvPr/>
            </p:nvSpPr>
            <p:spPr>
              <a:xfrm>
                <a:off x="3221440" y="491557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1BBAC140-6905-BC64-75FA-5A9CA3EDA2BC}"/>
                  </a:ext>
                </a:extLst>
              </p:cNvPr>
              <p:cNvSpPr txBox="1"/>
              <p:nvPr/>
            </p:nvSpPr>
            <p:spPr>
              <a:xfrm>
                <a:off x="3045356" y="4933512"/>
                <a:ext cx="769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#9</a:t>
                </a:r>
              </a:p>
            </p:txBody>
          </p:sp>
        </p:grpSp>
      </p:grpSp>
      <p:grpSp>
        <p:nvGrpSpPr>
          <p:cNvPr id="32" name="Groupe 31"/>
          <p:cNvGrpSpPr/>
          <p:nvPr/>
        </p:nvGrpSpPr>
        <p:grpSpPr>
          <a:xfrm>
            <a:off x="6546000" y="2514381"/>
            <a:ext cx="769768" cy="417600"/>
            <a:chOff x="6546000" y="2514381"/>
            <a:chExt cx="769768" cy="417600"/>
          </a:xfrm>
        </p:grpSpPr>
        <p:sp>
          <p:nvSpPr>
            <p:cNvPr id="33" name="Ellipse 32"/>
            <p:cNvSpPr/>
            <p:nvPr/>
          </p:nvSpPr>
          <p:spPr>
            <a:xfrm>
              <a:off x="6722084" y="2514381"/>
              <a:ext cx="417600" cy="417600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4" name="ZoneTexte 33"/>
            <p:cNvSpPr txBox="1"/>
            <p:nvPr/>
          </p:nvSpPr>
          <p:spPr>
            <a:xfrm>
              <a:off x="6546000" y="2538515"/>
              <a:ext cx="7697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799" b="1">
                  <a:solidFill>
                    <a:schemeClr val="bg1"/>
                  </a:solidFill>
                </a:rPr>
                <a:t>#3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75C0F245-A567-49A7-3A6C-2BF0849C61E5}"/>
              </a:ext>
            </a:extLst>
          </p:cNvPr>
          <p:cNvSpPr txBox="1"/>
          <p:nvPr/>
        </p:nvSpPr>
        <p:spPr>
          <a:xfrm>
            <a:off x="1302555" y="2531867"/>
            <a:ext cx="3600282" cy="400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999" b="1"/>
              <a:t>For transmission-level tools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AF71203-2755-D5E9-F5C0-0FB156C9910A}"/>
              </a:ext>
            </a:extLst>
          </p:cNvPr>
          <p:cNvSpPr txBox="1"/>
          <p:nvPr/>
        </p:nvSpPr>
        <p:spPr>
          <a:xfrm>
            <a:off x="1447101" y="2938569"/>
            <a:ext cx="4355109" cy="369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799"/>
              <a:t>IEEE 39-Bus + HVDC link + IEEE 14-Bus</a:t>
            </a:r>
          </a:p>
        </p:txBody>
      </p:sp>
      <p:pic>
        <p:nvPicPr>
          <p:cNvPr id="23" name="Image 22" descr="IEEE 39-bus system linked to the IEEE 14-bus system by an HVDC link from bus 16 to bus 13 of IEEE 14">
            <a:extLst>
              <a:ext uri="{FF2B5EF4-FFF2-40B4-BE49-F238E27FC236}">
                <a16:creationId xmlns:a16="http://schemas.microsoft.com/office/drawing/2014/main" id="{9BBC668C-AFF9-28BB-FABA-DD2F948D87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7" r="957" b="2727"/>
          <a:stretch>
            <a:fillRect/>
          </a:stretch>
        </p:blipFill>
        <p:spPr>
          <a:xfrm>
            <a:off x="837982" y="3307805"/>
            <a:ext cx="7200000" cy="3229291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9E943D92-1831-A817-652E-122F2FDA6032}"/>
              </a:ext>
            </a:extLst>
          </p:cNvPr>
          <p:cNvSpPr txBox="1"/>
          <p:nvPr/>
        </p:nvSpPr>
        <p:spPr>
          <a:xfrm>
            <a:off x="8330000" y="3600000"/>
            <a:ext cx="3400000" cy="19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799" b="1"/>
              <a:t>Shipped formats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XIIDM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CGMES 2.4.15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PowerFactory .pfd (base case only)</a:t>
            </a:r>
          </a:p>
          <a:p>
            <a:pPr>
              <a:spcBef>
                <a:spcPts val="1200"/>
              </a:spcBef>
            </a:pPr>
            <a:r>
              <a:rPr lang="en-GB" sz="1200" i="1">
                <a:solidFill>
                  <a:srgbClr val="555555"/>
                </a:solidFill>
              </a:rPr>
              <a:t>IEEE 14 bus &lt;n&gt; of the diagram is bus 100 + n in the model (e.g. &lt;13&gt; is B113).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A95647F5-861B-4C61-D779-B24C87CB4075}"/>
              </a:ext>
            </a:extLst>
          </p:cNvPr>
          <p:cNvSpPr txBox="1"/>
          <p:nvPr/>
        </p:nvSpPr>
        <p:spPr>
          <a:xfrm>
            <a:off x="963185" y="1319150"/>
            <a:ext cx="6092889" cy="1107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799"/>
              <a:t>Objectives: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Validate tools behaviour before the demos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Compare similar tools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Investigate tools complementarity</a:t>
            </a:r>
          </a:p>
        </p:txBody>
      </p:sp>
    </p:spTree>
    <p:extLst>
      <p:ext uri="{BB962C8B-B14F-4D97-AF65-F5344CB8AC3E}">
        <p14:creationId xmlns:p14="http://schemas.microsoft.com/office/powerpoint/2010/main" val="36032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B4ACF-8F9B-B5EE-A63C-E2179336C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EE0303-883B-B8A7-FC76-DFF36B8CE6F7}"/>
              </a:ext>
            </a:extLst>
          </p:cNvPr>
          <p:cNvSpPr txBox="1"/>
          <p:nvPr/>
        </p:nvSpPr>
        <p:spPr>
          <a:xfrm>
            <a:off x="365760" y="22860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US" noProof="0" dirty="0"/>
              <a:t>Buses coordinates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42A19E8-5D1A-BF84-37E6-2E3BD95E4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46" y="1113591"/>
            <a:ext cx="7201029" cy="514746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F00CD466-9F8D-AF21-94AB-E2DB523F94AF}"/>
              </a:ext>
            </a:extLst>
          </p:cNvPr>
          <p:cNvSpPr txBox="1"/>
          <p:nvPr/>
        </p:nvSpPr>
        <p:spPr>
          <a:xfrm>
            <a:off x="7499315" y="1840665"/>
            <a:ext cx="481448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Every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now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has WGS84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coordinates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IEEE 14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(138 kV, cyan):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south-east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England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, zone Z0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IEEE 39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(345 kV,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red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):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northern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France (Z1),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Belgium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(Z2) and 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Netherlands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(Z3)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HVDC </a:t>
            </a:r>
            <a:r>
              <a:rPr lang="fr-FR" sz="1800" b="1" i="0" dirty="0" err="1">
                <a:solidFill>
                  <a:schemeClr val="tx1"/>
                </a:solidFill>
                <a:effectLst/>
                <a:latin typeface="+mn-lt"/>
              </a:rPr>
              <a:t>link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across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the Strait of Dover, Gravelines → Folkestone (~80 km)</a:t>
            </a:r>
          </a:p>
          <a:p>
            <a:pPr indent="0" algn="l">
              <a:buNone/>
            </a:pP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coordinates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are indicative. They are not real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sites, and 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electrical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model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is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unchanged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indent="0" algn="l">
              <a:buNone/>
            </a:pP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Shipped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in the XIIDM files (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substationPosition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extension) and, for CGMES and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PowerFactory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users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, in network/bus_coordinates.csv.</a:t>
            </a:r>
            <a:endParaRPr lang="fr-FR" sz="975" b="0" i="0" dirty="0">
              <a:solidFill>
                <a:srgbClr val="BFBFBF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310324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dirty="0"/>
              <a:t>Generator metadata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dirty="0"/>
              <a:t>15 generators — type, nominal P, marginal price (synthetic, editable)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31669"/>
              </p:ext>
            </p:extLst>
          </p:nvPr>
        </p:nvGraphicFramePr>
        <p:xfrm>
          <a:off x="662876" y="1216152"/>
          <a:ext cx="9372600" cy="5059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Generator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Subnet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Nominal P (MW)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Price (€/MWh)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B101-G1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B102-G1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B106-G1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B108-G1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HYDRO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B30-G1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B31-G1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B32-G1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B34-G1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B35-G1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HYDRO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B36-G1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B37-G1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B38-G1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100"/>
                        <a:t>B39-G1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S1: </a:t>
            </a:r>
            <a:r>
              <a:rPr lang="en-GB" dirty="0" err="1"/>
              <a:t>baseline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Reference operating point · 2025-01-01T00:00:00Z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dirty="0"/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574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at their source values (× 1.00 on P and Q).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50 %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at 50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clean reference state, no branch above 100 %, voltages in 0.90–1.10 p.u.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50 MW (IEEE 39 → IEEE 14), maximum 60 MW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209.0 MW  |  IEEE 39: 6199.5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259.0 MW / 73.5 Mvar  |  IEEE 39: 6149.5 MW / 1408.9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0.98–1.09 p.u.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Highest branch loading: 92 % (T-10-32-1), no overload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S2: </a:t>
            </a:r>
            <a:r>
              <a:rPr lang="en-GB" dirty="0" err="1"/>
              <a:t>high_res_low_demand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High RES, low demand, HVDC at maximum · 2025-01-01T01:00:00Z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scaled by 0.70 on P and Q.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100 %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forced to its maximum: 60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voltage rise and congestion of the HVDC interconnection.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60 MW (IEEE 39 → IEEE 14), at its maximum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121.3 MW  |  IEEE 39: 4364.6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181.3 MW / 51.4 Mvar  |  IEEE 39: 4304.6 MW / 986.2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0.98–1.09 p.u.; largest rise from S1 +0.026 p.u. at B12 (IEEE 39)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Highest branch loading: 95 % (L-28-29-1), no overload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S3: </a:t>
            </a:r>
            <a:r>
              <a:rPr lang="en-GB" dirty="0" err="1"/>
              <a:t>low_res_high_demand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Low RES, high demand at low power factor · 2025-01-01T02:00:00Z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scaled by 1.08 on P and 1.50 on Q.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10 %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at 50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voltage drop and thermal-limit stress.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50 MW (IEEE 39 → IEEE 14), maximum 60 MW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229.7 MW  |  IEEE 39: 6691.5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279.7 MW / 110.2 Mvar  |  IEEE 39: 6641.5 MW / 2113.4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0.94–1.06 p.u.; largest drop from S1 −0.070 p.u. at B102 (IEEE 14)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Overloads: L-16-19-1 162 %, L-101-102-1 118 %, L-6-11-1 106 %, L-10-11-1 103 %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39c73dc-0ae7-4985-93c3-7057b4e6726f" xsi:nil="true"/>
    <lcf76f155ced4ddcb4097134ff3c332f xmlns="8c84694f-e8fa-4c1d-8756-eb7f5d2c5c51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E8BEA08D219B439B85909DE82C7FED" ma:contentTypeVersion="13" ma:contentTypeDescription="Create a new document." ma:contentTypeScope="" ma:versionID="5c8b8e36f1041009dddbbe2f59e629c5">
  <xsd:schema xmlns:xsd="http://www.w3.org/2001/XMLSchema" xmlns:xs="http://www.w3.org/2001/XMLSchema" xmlns:p="http://schemas.microsoft.com/office/2006/metadata/properties" xmlns:ns2="8c84694f-e8fa-4c1d-8756-eb7f5d2c5c51" xmlns:ns3="039c73dc-0ae7-4985-93c3-7057b4e6726f" targetNamespace="http://schemas.microsoft.com/office/2006/metadata/properties" ma:root="true" ma:fieldsID="74426ec90bd82ef3e5365f0517753090" ns2:_="" ns3:_="">
    <xsd:import namespace="8c84694f-e8fa-4c1d-8756-eb7f5d2c5c51"/>
    <xsd:import namespace="039c73dc-0ae7-4985-93c3-7057b4e6726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84694f-e8fa-4c1d-8756-eb7f5d2c5c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4498d318-3671-4998-a554-b64b9cc902e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9c73dc-0ae7-4985-93c3-7057b4e6726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be1cfbb-b922-445c-b92e-fd299aff2a22}" ma:internalName="TaxCatchAll" ma:showField="CatchAllData" ma:web="039c73dc-0ae7-4985-93c3-7057b4e672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B24518-FB02-4EAA-9977-1609659082C5}">
  <ds:schemaRefs>
    <ds:schemaRef ds:uri="http://purl.org/dc/dcmitype/"/>
    <ds:schemaRef ds:uri="http://purl.org/dc/terms/"/>
    <ds:schemaRef ds:uri="8c84694f-e8fa-4c1d-8756-eb7f5d2c5c51"/>
    <ds:schemaRef ds:uri="http://www.w3.org/XML/1998/namespace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039c73dc-0ae7-4985-93c3-7057b4e6726f"/>
  </ds:schemaRefs>
</ds:datastoreItem>
</file>

<file path=customXml/itemProps2.xml><?xml version="1.0" encoding="utf-8"?>
<ds:datastoreItem xmlns:ds="http://schemas.openxmlformats.org/officeDocument/2006/customXml" ds:itemID="{B37F9BB1-363E-418B-86A7-127D1D7BED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38DAF59-B3A2-485A-B955-738B77B71B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84694f-e8fa-4c1d-8756-eb7f5d2c5c51"/>
    <ds:schemaRef ds:uri="039c73dc-0ae7-4985-93c3-7057b4e672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935</Words>
  <Application>Microsoft Office PowerPoint</Application>
  <PresentationFormat>Personnalisé</PresentationFormat>
  <Paragraphs>152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-apple-system</vt:lpstr>
      <vt:lpstr>Arial</vt:lpstr>
      <vt:lpstr>Calibri</vt:lpstr>
      <vt:lpstr>Office Theme</vt:lpstr>
      <vt:lpstr>Présentation PowerPoint</vt:lpstr>
      <vt:lpstr>Task 3.2 coordination – Common Test Case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MATHIEU Valentin</cp:lastModifiedBy>
  <cp:revision>5</cp:revision>
  <dcterms:created xsi:type="dcterms:W3CDTF">2013-01-27T09:14:16Z</dcterms:created>
  <dcterms:modified xsi:type="dcterms:W3CDTF">2026-10-28T13:18:27Z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0x01010007E8BEA08D219B439B85909DE82C7FED</vt:lpwstr>
  </property>
  <property fmtid="{D5CDD505-2E9C-101B-9397-08002B2CF9AE}" pid="3" name="MediaServiceImageTags">
    <vt:lpwstr/>
  </property>
</Properties>
</file>